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codemonk/Desktop/Harness/.agent-scratch/sentinel/deck/out/assets/glass-facade.jp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A">
              <a:alpha val="78039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6080A">
              <a:alpha val="92157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13" y="803050"/>
            <a:ext cx="12191675" cy="4424826"/>
            <a:chOff x="0" y="1179100"/>
            <a:chExt cx="12191675" cy="4424826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4">
              <a:alphaModFix/>
            </a:blip>
            <a:srcRect b="0" l="0" r="0" t="13247"/>
            <a:stretch/>
          </p:blipFill>
          <p:spPr>
            <a:xfrm>
              <a:off x="0" y="1179100"/>
              <a:ext cx="12191675" cy="442482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" name="Google Shape;21;p3"/>
            <p:cNvCxnSpPr/>
            <p:nvPr/>
          </p:nvCxnSpPr>
          <p:spPr>
            <a:xfrm>
              <a:off x="8680850" y="2715225"/>
              <a:ext cx="44700" cy="288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2" name="Google Shape;22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06088" y="3411925"/>
              <a:ext cx="2705100" cy="1104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425" y="82300"/>
            <a:ext cx="1000479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525"/>
            <a:ext cx="11886876" cy="6146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3075"/>
            <a:ext cx="11886876" cy="384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75" y="573075"/>
            <a:ext cx="11886879" cy="5444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26" y="834375"/>
            <a:ext cx="11886873" cy="4968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450" y="95025"/>
            <a:ext cx="105737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5" y="770625"/>
            <a:ext cx="12160850" cy="45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5875"/>
            <a:ext cx="12191677" cy="5524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214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12" y="95050"/>
            <a:ext cx="1056105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1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200" y="0"/>
            <a:ext cx="9990412" cy="683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